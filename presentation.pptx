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46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3460"/>
                </a:solidFill>
                <a:latin typeface="Arial"/>
              </a:rPr>
              <a:t>Rejection Rate by Risk Activity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Rejection Rate (%)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A_Denied</c:v>
                  </c:pt>
                  <c:pt idx="1">
                    <c:v>W_Assess
Potential Fraud</c:v>
                  </c:pt>
                  <c:pt idx="2">
                    <c:v>O_Refused</c:v>
                  </c:pt>
                  <c:pt idx="3">
                    <c:v>A_Incomplete</c:v>
                  </c:pt>
                  <c:pt idx="4">
                    <c:v>A_Cancelled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55</c:v>
                </c:pt>
                <c:pt idx="2">
                  <c:v>65</c:v>
                </c:pt>
                <c:pt idx="3">
                  <c:v>34</c:v>
                </c:pt>
                <c:pt idx="4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822960"/>
            <a:ext cx="1463040" cy="1463040"/>
          </a:xfrm>
          <a:prstGeom prst="roundRect">
            <a:avLst>
              <a:gd name="adj" fmla="val 937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Process Monitoring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Processing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Claim Acceptance or Rejection Using Event Log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160520"/>
            <a:ext cx="640080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4160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Team: </a:t>
            </a:r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Neeraj  ·  Nikheel Kumar Sonkar  ·  Akul Kumar Pandey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526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SPSIIIT Naya Raipur  |  Final Year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 The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Insurance companies process thousands of claims manually. Early-stage activity logs exist but are not used to predict outcomes — leading to delayed decisions, resource waste, and undetected fraud.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Our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Build a predictive model using event log data (process mining approach) that forecasts whether a claim will be Accepted or Rejected based on early-stage activity patterns.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94560"/>
                </a:solidFill>
              </a:rPr>
              <a:t>Key Question: Can we predict claim outcome early enough to act?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Total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1463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43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2,003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2212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Unique Claims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2024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43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212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Activity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20240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143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65.6%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2212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Acceptance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Dataset Columns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8412480" cy="13716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Case_ID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Unique claim 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Activity_Name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Process step performed (24 types)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Application_Status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True = Accepted  |  False = Rejected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Activity Prefixes: A_ (Application) · W_ (Work Tasks) · O_ (Offer Lifecycle)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Process Discovery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A_Create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1600200"/>
            <a:ext cx="27432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143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A_Submitted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7432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43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W_Validate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27432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43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A_Concept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27432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143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W_Complete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1600200"/>
            <a:ext cx="27432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1143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A_Accepted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(Offer Phase)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2331720"/>
            <a:ext cx="228600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ACCEPTED (65.6%)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1,314 cases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228600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REJECTED (34.4%)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689 cases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Key Process Insights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520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Every claim follows the same initial path: Create → Submit → Validate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Cases reaching A_Concept phase have higher acceptance likelihood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Average 40 activities per claim (range: 12 to 180)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W_Call after offers is the most frequent single activity (12,000+ occurrences)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Risk Signals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3520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W_Assess potential fraud → rejection rate jumps to 55%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A_Denied activity is near-certain predictor of rejection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A_Incomplete repeated &gt; 2 times signals high risk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O_Refused = offer rejected by claimant → case likely closed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Predictive Model – Random Forest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~87%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~89%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1188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~91%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192024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~90%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</a:rPr>
              <a:t>How the Model Works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Count occurrences of each of 24 activities per Case_ID → 24 numeric features per claim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27889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63240" y="28346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1460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Random Forest (200 Trees)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931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tree votes on Accept/Reject based on learned activity pattern thresholds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889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12080" y="28346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6344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Balanced Classes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931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class_weight='balanced' ensures the model learns from both accepted AND rejected cases equally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27889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60920" y="28346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228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Probability Output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39319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Returns probability score (0–100%) for acceptance. Threshold = 50%. Explained per prediction.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Accept / Reject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Signals → ACCEPTED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O_Accepted present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Offer accepted by claimant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A_Pending present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Case actively being processed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High W_Validate count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Thorough validation = quality claim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Zero A_Denied 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Clean workflow, no denials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High W_Call after offers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follow-up by both sides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✔ O_Create Offer present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Offer generated = positive progress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9319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97280"/>
            <a:ext cx="393192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97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Signals → REJECTED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✖ A_Denied present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Explicit denial recorded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✖ O_Refused present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Offer declined by claimant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✖ W_Assess potential fraud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Fraud risk detected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✖ A_Incomplete repeated &gt; 2×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Repeated incomplete filings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✖ A_Cancelled present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Claim cancelled mid-process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✖ Very low activity count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Incomplete application lifecycle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&amp; Conformance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0" y="150876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🔴  A_Denied → 100% rejection rate (deterministic)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205740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2057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🟠  Fraud flag → 55% vs 34% baseline rejection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260604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7784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🟡  O_Refused → 65% rejection rate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315468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🟢  O_Accepted → 100% acceptance rate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370332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7784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📊  Accepted cases avg 43 activities vs 35 for rejected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0" y="425196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7784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⚡  Model achieves 87% accuracy with balanced classes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Interactive Streamlit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Dataset stats, outcome pie chart, activity frequency bar chart, event log sample 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Process Discovery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Activity-by-outcome grouped bars, case complexity box plots, Sankey flow diagram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Performance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Fraud risk impact, risk activity rejection rates, conformance checking insights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3200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37360" y="3200400"/>
            <a:ext cx="27432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Predictive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703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Accuracy metrics, confusion matrix heatmap, feature importance chart, decision criteria 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00400"/>
            <a:ext cx="27432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Predict a Claim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703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Interactive predictor: input activity counts → instant Accept/Reject with probability gauge &amp; explanation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Built with: Python · Streamlit · Scikit-Learn · Plotly · Pandas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87% accurate model predicts claim outcome from activity log data alone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32120" y="1097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A_Denied and W_Assess potential fraud are the strongest rejection signals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8600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O_Accepted and A_Pending are the strongest acceptance indicators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28600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Process mining reveals systematic patterns invisible in raw claim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474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Early prediction enables insurers to prioritize, flag fraud, and reduce delays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06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474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3212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Interactive dashboard enables non-technical staff to query predictions instantly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Dr. SPSIIIT Naya Raipur  ·  Predictive Process Monitoring  ·  Insurance Claims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Process Monitoring – Insurance Claims</dc:title>
  <dc:subject>PptxGenJS Presentation</dc:subject>
  <dc:creator>Dr. SPSIIIT Naya Raipur</dc:creator>
  <cp:lastModifiedBy>Dr. SPSIIIT Naya Raipur</cp:lastModifiedBy>
  <cp:revision>1</cp:revision>
  <dcterms:created xsi:type="dcterms:W3CDTF">2026-05-15T03:06:34Z</dcterms:created>
  <dcterms:modified xsi:type="dcterms:W3CDTF">2026-05-15T03:06:34Z</dcterms:modified>
</cp:coreProperties>
</file>